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97280" cy="64008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LifeLens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C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一个永不联网的桌面行为日志：每 20 秒看一帧屏，交给本机的视觉模型看懂「我在干嘛」，再沉淀成热力图、时间线、看板、日记、问答五个视角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桌面应用 · 本机 Ollama qwen3-vl:4b · 数据全程不出本机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它解决的是什么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" cy="12801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你想知道昨天的时间到底花在哪，但现成的方案要么把截屏传到云端，要么只有冷冰冰的时长统计——没有一个敢在你自己的机器上，把「画面」看懂成「在做什么」。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LifeLens 的做法：截屏、视觉推理、汇总、检索，全部在本机完成，不调用任何云端 API，不上传任何字节。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五个视角：从原始画面到可回顾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热力图（动态页）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 GitHub 热力图，每格 = 10 分钟，按活动类型着色，点击看详情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39696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时间线（动态页）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按项目名 + 描述 + 软件标签倒序展开，可按项目/软件/日期筛选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523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分钟结构化汇总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 / 分类 / ~1000 字描述 / 软件列表 / 可能遗漏的待办；连续活动复用同一项目名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655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日记（二阶汇总）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基于当天所有汇总再总结一次：简报 / 三件要事 / 高光 / 待办 / 建议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279392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17880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看板与问答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50799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看板按天/周/月/年多维可视化；问答用 agentic 检索（最多 3 轮）在本机记录里找答案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关键设计取舍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每一条都是被现实逼出来的选择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37160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325880"/>
            <a:ext cx="292608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325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325880"/>
            <a:ext cx="356616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709928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99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11680" y="1709928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7099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金融/密码类窗口整帧跳过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7760" y="1709928"/>
            <a:ext cx="3566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70992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连窗口标题都不记录，可被规则扩展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130552"/>
            <a:ext cx="13716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305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11680" y="2130552"/>
            <a:ext cx="292608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13055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CPU 推理 + 全局推理互斥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2130552"/>
            <a:ext cx="35661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13055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把显存让给你正在跑的其他 AI 任务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551176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55117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011680" y="2551176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255117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事件驱动替代固定轮询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37760" y="2551176"/>
            <a:ext cx="3566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551176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窗口切换/空闲暂停才截，日均 4320 帧降到约 150 帧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2971800"/>
            <a:ext cx="13716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9718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011680" y="2971800"/>
            <a:ext cx="292608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297180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分层：标题够用就不调视觉模型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937760" y="2971800"/>
            <a:ext cx="35661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97180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只有图像/视频/游戏类才真正推理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3392424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39242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011680" y="3392424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339242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RAG-lite，关键词命中，不引向量库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937760" y="3392424"/>
            <a:ext cx="3566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39242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模型自己规划时间与关键词，最多 3 轮，本轮无新增即停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两个最硬的数字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都是实测，不是估算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1.3GB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优化前 每天增长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且会无限增长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0048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50MB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07208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优化后 稳态封顶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07208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三层策略默认开启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0016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4320→150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37176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日均截屏帧数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7176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事件驱动调度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9984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9984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67144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字节上传云端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67144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AI 推理也在本机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存储三层：① JPEG 质量 70 + 最大宽度 1600px ② 每 10 分钟只留一张代表帧 ③ 超 7 天自动清理（文本记录不受影响）。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隐私是设计出来的，不是声明出来的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屏幕活动属于高度敏感数据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71900" cy="2743200"/>
          </a:xfrm>
          <a:prstGeom prst="roundRect">
            <a:avLst>
              <a:gd name="adj" fmla="val 2667"/>
            </a:avLst>
          </a:prstGeom>
          <a:solidFill>
            <a:srgbClr val="FAFB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3771900" cy="50292"/>
          </a:xfrm>
          <a:prstGeom prst="rect">
            <a:avLst/>
          </a:prstGeom>
          <a:solidFill>
            <a:srgbClr val="C9CED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27048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默认约束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分析用本机 Ollama，无任何云端调用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金融 / 密码类窗口默认整帧跳过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962656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数据只写本地 data/，仓库 .gitignore 已排除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438144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可关掉截图、只保留文字总结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32020" y="1325880"/>
            <a:ext cx="3771900" cy="2743200"/>
          </a:xfrm>
          <a:prstGeom prst="roundRect">
            <a:avLst>
              <a:gd name="adj" fmla="val 2667"/>
            </a:avLst>
          </a:prstGeom>
          <a:solidFill>
            <a:srgbClr val="F1F8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2020" y="1325880"/>
            <a:ext cx="3771900" cy="5029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4" name="Text 12"/>
          <p:cNvSpPr/>
          <p:nvPr/>
        </p:nvSpPr>
        <p:spPr>
          <a:xfrm>
            <a:off x="4960620" y="1527048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工程上的落实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620" y="2011680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模型名、端口、数据目录全部可配置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60620" y="2487168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便携版数据落在 exe 同级目录，不被系统清理误删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60620" y="2962656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开源前自查：data/ 与截屏绝不入库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60620" y="3438144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敏感场景建议直接关闭 storeScreenshots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工程质量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功能之外的部分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测试分两层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套离线冒烟（storage/analyzer/summary/analytics/diary/qa）+ 4 套需模型的 e2e，离线即可跑大部分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39696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已知坑写进文档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便携版路径、单实例竞态、中文标题乱码、显存抢占、asar 白名单、打包卡 7z —— 6 类现象/根因/处理全公开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523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离线可运行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Chart.js 内置在 renderer/vendor/；Ollama 未启动时自动拉无界面 serve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655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打包即分发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run dist 产出 portable 单文件 exe，免安装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" cy="12801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把「我在电脑前到底干了什么」这件事，做成一件既看得懂、又不必把隐私交给任何人的事情。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MIT 协议 · Electron + 本机 Ollama qwen3-vl:4b-instruct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LifeLens · 本地 AI 屏幕活动记录仪</dc:title>
  <dc:subject>PptxGenJS Presentation</dc:subject>
  <dc:creator>江夏阳</dc:creator>
  <cp:lastModifiedBy>江夏阳</cp:lastModifiedBy>
  <cp:revision>1</cp:revision>
  <dcterms:created xsi:type="dcterms:W3CDTF">2026-10-18T17:12:24Z</dcterms:created>
  <dcterms:modified xsi:type="dcterms:W3CDTF">2026-10-18T17:12:24Z</dcterms:modified>
</cp:coreProperties>
</file>