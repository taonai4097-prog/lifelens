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A24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371600"/>
            <a:ext cx="1097280" cy="64008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0020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LifeLens 技术复盘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7C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一个本地优先的屏幕活动记录仪：架构、调度、存储、检索与踩过的坑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B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内部技术版 · 2026-10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模块划分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8A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主进程为调度核心，渲染进程只做展示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2194560" cy="384048"/>
          </a:xfrm>
          <a:prstGeom prst="rect">
            <a:avLst/>
          </a:prstGeom>
          <a:solidFill>
            <a:srgbClr val="0F2A2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258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34640" y="1325880"/>
            <a:ext cx="5669280" cy="384048"/>
          </a:xfrm>
          <a:prstGeom prst="rect">
            <a:avLst/>
          </a:prstGeom>
          <a:solidFill>
            <a:srgbClr val="0F2A24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0" y="132588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职责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1709928"/>
            <a:ext cx="21945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70992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main.js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834640" y="1709928"/>
            <a:ext cx="5669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170992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截屏循环 + 10 分钟汇总调度 + 窗口管理与 IPC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130552"/>
            <a:ext cx="219456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130552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capture.js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834640" y="2130552"/>
            <a:ext cx="566928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0" y="2130552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整屏捕获（Electron desktopCapturer，无第三方库）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2551176"/>
            <a:ext cx="21945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551176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analyzer.js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834640" y="2551176"/>
            <a:ext cx="5669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0" y="2551176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Ollama /api/chat 视觉分析 + 健康检查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2971800"/>
            <a:ext cx="219456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971800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storage.js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834640" y="2971800"/>
            <a:ext cx="566928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0" y="297180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按月/小时文件管理 + 原子写入 + 句子切分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3392424"/>
            <a:ext cx="21945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392424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summary.js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834640" y="3392424"/>
            <a:ext cx="5669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0" y="3392424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十分钟桶计算 / 汇总读写 / backlog / 热力图 / 结构化汇总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3813048"/>
            <a:ext cx="219456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381304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diary.js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834640" y="3813048"/>
            <a:ext cx="566928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26080" y="381304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日记二阶汇总 / 跨月 backlog / 月历标记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0080" y="4233672"/>
            <a:ext cx="21945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4233672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analytics.js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834640" y="4233672"/>
            <a:ext cx="5669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26080" y="4233672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看板多维聚合（天/周/月/年）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40080" y="4654296"/>
            <a:ext cx="219456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4654296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qa.js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2834640" y="4654296"/>
            <a:ext cx="566928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26080" y="4654296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问答：三层源关键词检索 + 最多 3 轮 plan/search + 回答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321040" y="47320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数据流：从一帧屏到一次问答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8A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四层沉淀，越往上越抽象、越省存储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426464"/>
            <a:ext cx="91440" cy="9144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32588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L0 原始帧（20s）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655064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截屏 → 视觉模型 → 一句「用户正在做什么」+ 分句；金融/密码窗口整帧跳过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139696"/>
            <a:ext cx="91440" cy="9144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039112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结构化汇总（10min）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368296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把窗口内所有帧聚合，结合上一窗口产出项目名/分类/描述/软件/待办；连续活动复用同一项目名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852928"/>
            <a:ext cx="91440" cy="9144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752344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日记（1 天）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3081528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对当天所有 L1 做二阶汇总：简报 / 三件要事 / 高光 / 待办 / 建议 / 提示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566160"/>
            <a:ext cx="91440" cy="9144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465576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检索与问答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3794760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模型自规划时间范围与关键词，在 L0/L1/L2 三层检索，最多 3 轮，无新增即停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44577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backlog 机制：启动时扫描历史，把「有记录但未汇总」「有汇总但无日记」的时段排队补齐，跨月也会扫。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21040" y="47320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调度：为什么放弃固定轮询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8A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轮询是最容易写、也最容易浪费的一种写法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645920" cy="384048"/>
          </a:xfrm>
          <a:prstGeom prst="rect">
            <a:avLst/>
          </a:prstGeom>
          <a:solidFill>
            <a:srgbClr val="0F2A2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2588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0" y="1325880"/>
            <a:ext cx="3108960" cy="384048"/>
          </a:xfrm>
          <a:prstGeom prst="rect">
            <a:avLst/>
          </a:prstGeom>
          <a:solidFill>
            <a:srgbClr val="0F2A24"/>
          </a:solidFill>
          <a:ln/>
        </p:spPr>
      </p:sp>
      <p:sp>
        <p:nvSpPr>
          <p:cNvPr id="8" name="Text 6"/>
          <p:cNvSpPr/>
          <p:nvPr/>
        </p:nvSpPr>
        <p:spPr>
          <a:xfrm>
            <a:off x="2377440" y="13258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固定轮询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94960" y="1325880"/>
            <a:ext cx="3108960" cy="384048"/>
          </a:xfrm>
          <a:prstGeom prst="rect">
            <a:avLst/>
          </a:prstGeom>
          <a:solidFill>
            <a:srgbClr val="0F2A24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0" y="13258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事件驱动（采用）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709928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70992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286000" y="1709928"/>
            <a:ext cx="31089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0" y="1709928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 N 秒无条件截一帧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394960" y="1709928"/>
            <a:ext cx="31089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1709928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窗口切换 / 空闲暂停 / 停留上限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2130552"/>
            <a:ext cx="164592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130552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日均帧数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286000" y="2130552"/>
            <a:ext cx="310896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0" y="2130552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4320 帧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394960" y="2130552"/>
            <a:ext cx="310896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2130552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150 帧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2551176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2551176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无效帧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286000" y="2551176"/>
            <a:ext cx="31089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77440" y="2551176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大量重复画面重复推理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394960" y="2551176"/>
            <a:ext cx="31089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0" y="2551176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画面没变就不截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2971800"/>
            <a:ext cx="164592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2971800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286000" y="2971800"/>
            <a:ext cx="310896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77440" y="2971800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磁盘与推理双双浪费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394960" y="2971800"/>
            <a:ext cx="310896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0" y="2971800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需维护事件状态机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40080" y="45034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配套：上轮推理未结束则跳过本轮，防堆积；推理串行，避免打爆本地模型。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321040" y="47320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分层推理：视觉模型不是每次都要叫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8A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4B 视觉模型单次推理数秒，是全局瓶颈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426464"/>
            <a:ext cx="91440" cy="9144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32588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标题已说明问题时跳过视觉模型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655064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 VS Code、终端这类窗口标题信息量足够，直接用标题归类和描述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139696"/>
            <a:ext cx="91440" cy="9144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039112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仅图像 / 视频 / 游戏类才真正推理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368296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这类标题看不出内容，必须看图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852928"/>
            <a:ext cx="91440" cy="9144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752344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每请求显式 num_gpu_layers: 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3081528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Ollama 默认会占满显存，写了才是 CPU 推理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566160"/>
            <a:ext cx="91440" cy="9144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465576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全局推理互斥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3794760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同一时刻只有一个推理在跑，把显存让给别的 AI 任务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44577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后台实测：开着 LifeLens 的同时还能跑其他本地模型任务，这是这两条带来的直接收益。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21040" y="47320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存储：三层策略把 1.3GB/天 压到 50MB 稳态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8A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默认全部开启，设置页可改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463040" cy="384048"/>
          </a:xfrm>
          <a:prstGeom prst="rect">
            <a:avLst/>
          </a:prstGeom>
          <a:solidFill>
            <a:srgbClr val="0F2A2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2588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03120" y="1325880"/>
            <a:ext cx="3840480" cy="384048"/>
          </a:xfrm>
          <a:prstGeom prst="rect">
            <a:avLst/>
          </a:prstGeom>
          <a:solidFill>
            <a:srgbClr val="0F2A24"/>
          </a:solidFill>
          <a:ln/>
        </p:spPr>
      </p:sp>
      <p:sp>
        <p:nvSpPr>
          <p:cNvPr id="8" name="Text 6"/>
          <p:cNvSpPr/>
          <p:nvPr/>
        </p:nvSpPr>
        <p:spPr>
          <a:xfrm>
            <a:off x="2194560" y="132588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做法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1325880"/>
            <a:ext cx="2560320" cy="384048"/>
          </a:xfrm>
          <a:prstGeom prst="rect">
            <a:avLst/>
          </a:prstGeom>
          <a:solidFill>
            <a:srgbClr val="0F2A24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0" y="13258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709928"/>
            <a:ext cx="1463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709928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编码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103120" y="1709928"/>
            <a:ext cx="3840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4560" y="1709928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JPEG 质量 70 + 最大宽度 1600px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0" y="1709928"/>
            <a:ext cx="2560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709928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单张大幅变小，对识别几乎无影响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2130552"/>
            <a:ext cx="146304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130552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代表帧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103120" y="2130552"/>
            <a:ext cx="384048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94560" y="2130552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 10 分钟只留一张，其余只分析不落盘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943600" y="2130552"/>
            <a:ext cx="256032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2130552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截图数再降约 30 倍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2551176"/>
            <a:ext cx="1463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2551176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清理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103120" y="2551176"/>
            <a:ext cx="3840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94560" y="2551176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 7 天自动删除截图，文本记录保留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43600" y="2551176"/>
            <a:ext cx="2560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2551176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稳态封顶，不无限增长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0080" y="45034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监控页「存储与空间」卡片实时显示占用、占比、近 1 小时增长、预估每日新增、剩余空间，以及按当前速率多久爆满的预警（fs.statfsSync 实读）。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321040" y="47320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问答：不用向量库也能做的 RAG-lite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8A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刻意保持简单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426464"/>
            <a:ext cx="91440" cy="9144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32588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模型自己规划检索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655064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自行决定时间范围（默认两周，硬上限 60 天）、用哪类数据源、搜什么关键词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139696"/>
            <a:ext cx="91440" cy="9144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039112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关键词命中而非向量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368296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子串匹配，中文不依赖分词库；按时间倒序 + 命中数降序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852928"/>
            <a:ext cx="91440" cy="9144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752344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最多 3 轮，无新增即停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3081528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避免重复检索浪费本地算力；单查询上限 40 条、上下文上限约 20000 字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566160"/>
            <a:ext cx="91440" cy="9144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465576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开放式问题兜底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3794760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「我最近在干什么」这类无实体词的问题，允许空关键词 = 拉取范围内全部内容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4279392"/>
            <a:ext cx="91440" cy="9144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178808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零检索兜底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4507992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若模型一轮都没给出有效查询，自动拉最近 3 天全部内容，保证有依据作答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21040" y="47320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两条硬约束：隐私与算力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8A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这两个约束决定了几乎所有设计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3771900" cy="2743200"/>
          </a:xfrm>
          <a:prstGeom prst="roundRect">
            <a:avLst>
              <a:gd name="adj" fmla="val 2667"/>
            </a:avLst>
          </a:prstGeom>
          <a:solidFill>
            <a:srgbClr val="FAFB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25880"/>
            <a:ext cx="3771900" cy="50292"/>
          </a:xfrm>
          <a:prstGeom prst="rect">
            <a:avLst/>
          </a:prstGeom>
          <a:solidFill>
            <a:srgbClr val="C9CED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527048"/>
            <a:ext cx="33147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011680"/>
            <a:ext cx="33147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金融 / 密码类窗口整帧跳过（连标题不记）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2487168"/>
            <a:ext cx="33147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privacyExclude 可自行扩展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2962656"/>
            <a:ext cx="33147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数据只写本地 data/，.gitignore 排除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3438144"/>
            <a:ext cx="33147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可关 storeScreenshots，只留文字总结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68680" y="3913632"/>
            <a:ext cx="33147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开源前自查：data/ 与截屏绝不入库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32020" y="1325880"/>
            <a:ext cx="3771900" cy="2743200"/>
          </a:xfrm>
          <a:prstGeom prst="roundRect">
            <a:avLst>
              <a:gd name="adj" fmla="val 2667"/>
            </a:avLst>
          </a:prstGeom>
          <a:solidFill>
            <a:srgbClr val="F1F8F5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32020" y="1325880"/>
            <a:ext cx="3771900" cy="50292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15" name="Text 13"/>
          <p:cNvSpPr/>
          <p:nvPr/>
        </p:nvSpPr>
        <p:spPr>
          <a:xfrm>
            <a:off x="4960620" y="1527048"/>
            <a:ext cx="33147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60620" y="2011680"/>
            <a:ext cx="33147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num_gpu_layers: 0 —— 显式 CPU 推理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60620" y="2487168"/>
            <a:ext cx="33147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全局推理互斥，同一时刻只跑一个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60620" y="2962656"/>
            <a:ext cx="33147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推理串行 + 上轮未完则跳过本轮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60620" y="3438144"/>
            <a:ext cx="33147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分层推理，标题够用就不调模型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960620" y="3913632"/>
            <a:ext cx="33147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Ollama 未启动则自动拉无界面 serve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321040" y="47320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已知坑：六个都写进 README 了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8A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按现象查会省很多时间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2560320" cy="384048"/>
          </a:xfrm>
          <a:prstGeom prst="rect">
            <a:avLst/>
          </a:prstGeom>
          <a:solidFill>
            <a:srgbClr val="0F2A2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258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现象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325880"/>
            <a:ext cx="2743200" cy="384048"/>
          </a:xfrm>
          <a:prstGeom prst="rect">
            <a:avLst/>
          </a:prstGeom>
          <a:solidFill>
            <a:srgbClr val="0F2A24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13258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1325880"/>
            <a:ext cx="2560320" cy="384048"/>
          </a:xfrm>
          <a:prstGeom prst="rect">
            <a:avLst/>
          </a:prstGeom>
          <a:solidFill>
            <a:srgbClr val="0F2A24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0" y="13258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709928"/>
            <a:ext cx="2560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709928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开机弹 cmd / 双击没反应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0" y="1709928"/>
            <a:ext cx="27432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70992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便携版 process.execPath 指向 %TEMP% 解压目录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0" y="1709928"/>
            <a:ext cx="2560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709928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PORTABLE_EXECUTABLE_DIR 重定位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2130552"/>
            <a:ext cx="256032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130552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白屏 + 内存暴涨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00400" y="2130552"/>
            <a:ext cx="274320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2130552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单实例锁竞态 → 双实例并存 → 渲染 OOM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943600" y="2130552"/>
            <a:ext cx="256032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2130552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 killOtherInstances() 再 requestSingleInstanceLock()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2551176"/>
            <a:ext cx="2560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2551176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窗口标题中文乱码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200400" y="2551176"/>
            <a:ext cx="27432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2551176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PowerShell 默认 GBK，Node 按 UTF-8 解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43600" y="2551176"/>
            <a:ext cx="2560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2551176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 侧 base64 后传；落库前剥离 U+FFFD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2971800"/>
            <a:ext cx="256032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2971800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别的 AI 项目跑不动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200400" y="2971800"/>
            <a:ext cx="274320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0" y="2971800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Ollama 默认占满显存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943600" y="2971800"/>
            <a:ext cx="256032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0" y="2971800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每请求显式 num_gpu_layers: 0 + 全局互斥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0080" y="3392424"/>
            <a:ext cx="2560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339242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构建成功却 MODULE_NOT_FOUND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3200400" y="3392424"/>
            <a:ext cx="27432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91840" y="3392424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electron-builder 的 files 是显式白名单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943600" y="3392424"/>
            <a:ext cx="2560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35040" y="339242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package.json build.files 补登记并抽样核验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40080" y="3813048"/>
            <a:ext cx="256032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3813048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打包卡在 nsis.7z 删除失败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3200400" y="3813048"/>
            <a:ext cx="274320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91840" y="381304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某些 CLI 注入了 fs.unlink 回收站 shim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943600" y="3813048"/>
            <a:ext cx="256032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35040" y="3813048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env -u NODE_OPTIONS npm run dist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8321040" y="47320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测试矩阵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8A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离线冒烟为主，e2e 需模型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645920" cy="384048"/>
          </a:xfrm>
          <a:prstGeom prst="rect">
            <a:avLst/>
          </a:prstGeom>
          <a:solidFill>
            <a:srgbClr val="0F2A2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2588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0" y="1325880"/>
            <a:ext cx="2377440" cy="384048"/>
          </a:xfrm>
          <a:prstGeom prst="rect">
            <a:avLst/>
          </a:prstGeom>
          <a:solidFill>
            <a:srgbClr val="0F2A24"/>
          </a:solidFill>
          <a:ln/>
        </p:spPr>
      </p:sp>
      <p:sp>
        <p:nvSpPr>
          <p:cNvPr id="8" name="Text 6"/>
          <p:cNvSpPr/>
          <p:nvPr/>
        </p:nvSpPr>
        <p:spPr>
          <a:xfrm>
            <a:off x="2377440" y="13258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325880"/>
            <a:ext cx="3840480" cy="384048"/>
          </a:xfrm>
          <a:prstGeom prst="rect">
            <a:avLst/>
          </a:prstGeom>
          <a:solidFill>
            <a:srgbClr val="0F2A24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32588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709928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70992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离线冒烟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286000" y="1709928"/>
            <a:ext cx="23774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0" y="1709928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test:storage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1709928"/>
            <a:ext cx="3840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709928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按月/小时文件、累积、跨月跨小时、句子切分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2130552"/>
            <a:ext cx="164592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130552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离线冒烟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286000" y="2130552"/>
            <a:ext cx="237744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0" y="2130552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test:analyzer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63440" y="2130552"/>
            <a:ext cx="384048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130552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Ollama 错误路径与请求构造（无需模型）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2551176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2551176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离线冒烟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286000" y="2551176"/>
            <a:ext cx="23774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77440" y="2551176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test:summary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663440" y="2551176"/>
            <a:ext cx="3840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551176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桶计算/汇总读写/backlog/查询过滤/热力图/JSON 解析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2971800"/>
            <a:ext cx="164592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2971800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离线冒烟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286000" y="2971800"/>
            <a:ext cx="237744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77440" y="297180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test:analytics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663440" y="2971800"/>
            <a:ext cx="384048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297180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看板聚合（范围解析/分类时长/软件频次/项目专注/时间序列）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0080" y="3392424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3392424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离线冒烟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286000" y="3392424"/>
            <a:ext cx="23774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77440" y="3392424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test:diary / test:qa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663440" y="3392424"/>
            <a:ext cx="3840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3392424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日记解析/上下文截断/跨月 backlog；三层检索/规划解析/去重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40080" y="3813048"/>
            <a:ext cx="164592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381304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2286000" y="3813048"/>
            <a:ext cx="237744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77440" y="3813048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test:e2e-*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663440" y="3813048"/>
            <a:ext cx="384048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3813048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真实调用 Ollama 验证视觉分析、汇总、日记、问答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640080" y="45034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分工原则：凡是不依赖模型的逻辑，必须能离线跑通 —— 这样 CI 和日常改动都能快速验证。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321040" y="47320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8A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做对的与付出的代价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3771900" cy="2743200"/>
          </a:xfrm>
          <a:prstGeom prst="roundRect">
            <a:avLst>
              <a:gd name="adj" fmla="val 2667"/>
            </a:avLst>
          </a:prstGeom>
          <a:solidFill>
            <a:srgbClr val="FAFB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25880"/>
            <a:ext cx="3771900" cy="50292"/>
          </a:xfrm>
          <a:prstGeom prst="rect">
            <a:avLst/>
          </a:prstGeom>
          <a:solidFill>
            <a:srgbClr val="C9CED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527048"/>
            <a:ext cx="33147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做对的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011680"/>
            <a:ext cx="33147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事件驱动调度：从最初就压住了资源消耗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2487168"/>
            <a:ext cx="33147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存储三层策略：让「长期运行」这件事真的可行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2962656"/>
            <a:ext cx="33147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分层推理：把最贵的调用留给真正需要的地方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3438144"/>
            <a:ext cx="33147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已知坑公开写进 README：省下后来者大量时间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68680" y="3913632"/>
            <a:ext cx="33147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离线冒烟 + e2e 分层：不装模型也能验证大部分逻辑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32020" y="1325880"/>
            <a:ext cx="3771900" cy="2743200"/>
          </a:xfrm>
          <a:prstGeom prst="roundRect">
            <a:avLst>
              <a:gd name="adj" fmla="val 2667"/>
            </a:avLst>
          </a:prstGeom>
          <a:solidFill>
            <a:srgbClr val="F1F8F5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32020" y="1325880"/>
            <a:ext cx="3771900" cy="50292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15" name="Text 13"/>
          <p:cNvSpPr/>
          <p:nvPr/>
        </p:nvSpPr>
        <p:spPr>
          <a:xfrm>
            <a:off x="4960620" y="1527048"/>
            <a:ext cx="33147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代价与下一步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60620" y="2011680"/>
            <a:ext cx="33147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多显示器只捕主屏，capture.js 需改造源选择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60620" y="2487168"/>
            <a:ext cx="33147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RAG-lite 靠关键词，长尾问法召回有限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60620" y="2962656"/>
            <a:ext cx="33147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日记/汇总质量依赖 4B 模型，复杂场景表述偏粗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60620" y="3438144"/>
            <a:ext cx="33147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下一步：多屏支持、检索增强（可选轻量向量）、汇总质量评测集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321040" y="47320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4864" cy="128016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691640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本地优先不是少调一个云端 API，而是要让「长期跑在你机器上」这件事在算力、磁盘、隐私三方面都真的站得住。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0120" y="32004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LifeLens · MIT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321040" y="47320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LifeLens · 技术复盘</dc:title>
  <dc:subject>PptxGenJS Presentation</dc:subject>
  <dc:creator>江夏阳</dc:creator>
  <cp:lastModifiedBy>江夏阳</cp:lastModifiedBy>
  <cp:revision>1</cp:revision>
  <dcterms:created xsi:type="dcterms:W3CDTF">2026-10-18T17:12:24Z</dcterms:created>
  <dcterms:modified xsi:type="dcterms:W3CDTF">2026-10-18T17:12:24Z</dcterms:modified>
</cp:coreProperties>
</file>